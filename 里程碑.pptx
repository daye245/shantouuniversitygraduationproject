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4" d="100"/>
          <a:sy n="84" d="100"/>
        </p:scale>
        <p:origin x="5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20C1-931E-4518-B4DF-34ED1E2AFBE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2D76-9CB0-4157-B1C8-8BDFCAF5DA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20C1-931E-4518-B4DF-34ED1E2AFBE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2D76-9CB0-4157-B1C8-8BDFCAF5DA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20C1-931E-4518-B4DF-34ED1E2AFBE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2D76-9CB0-4157-B1C8-8BDFCAF5DA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20C1-931E-4518-B4DF-34ED1E2AFBE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2D76-9CB0-4157-B1C8-8BDFCAF5DA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20C1-931E-4518-B4DF-34ED1E2AFBE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2D76-9CB0-4157-B1C8-8BDFCAF5DA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20C1-931E-4518-B4DF-34ED1E2AFBE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2D76-9CB0-4157-B1C8-8BDFCAF5DA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20C1-931E-4518-B4DF-34ED1E2AFBE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2D76-9CB0-4157-B1C8-8BDFCAF5DA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20C1-931E-4518-B4DF-34ED1E2AFBE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2D76-9CB0-4157-B1C8-8BDFCAF5DA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20C1-931E-4518-B4DF-34ED1E2AFBE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2D76-9CB0-4157-B1C8-8BDFCAF5DA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20C1-931E-4518-B4DF-34ED1E2AFBE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2D76-9CB0-4157-B1C8-8BDFCAF5DA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20C1-931E-4518-B4DF-34ED1E2AFBE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2D76-9CB0-4157-B1C8-8BDFCAF5DA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720C1-931E-4518-B4DF-34ED1E2AFBE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52D76-9CB0-4157-B1C8-8BDFCAF5DAE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右箭头 3"/>
          <p:cNvSpPr/>
          <p:nvPr/>
        </p:nvSpPr>
        <p:spPr>
          <a:xfrm>
            <a:off x="1745316" y="2624447"/>
            <a:ext cx="7101445" cy="5047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423362" y="1839479"/>
            <a:ext cx="1847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722254" y="3238396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</a:lstStyle>
          <a:p>
            <a:r>
              <a:rPr lang="zh-CN" altLang="en-US" dirty="0"/>
              <a:t>开题报告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686118" y="3428401"/>
            <a:ext cx="11464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</a:lstStyle>
          <a:p>
            <a:r>
              <a:rPr lang="zh-CN" altLang="en-US" dirty="0"/>
              <a:t>中期检查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596709" y="1888775"/>
            <a:ext cx="1847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</a:lstStyle>
          <a:p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794803" y="1917865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</a:lstStyle>
          <a:p>
            <a:r>
              <a:rPr lang="zh-CN" altLang="en-US" dirty="0"/>
              <a:t>毕业答辩</a:t>
            </a:r>
            <a:endParaRPr lang="zh-CN" altLang="en-US" dirty="0"/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2729484" y="2175761"/>
            <a:ext cx="1186048" cy="62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3915532" y="2170423"/>
            <a:ext cx="439387" cy="605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7" idx="3"/>
          </p:cNvCxnSpPr>
          <p:nvPr/>
        </p:nvCxnSpPr>
        <p:spPr>
          <a:xfrm>
            <a:off x="2830250" y="3423062"/>
            <a:ext cx="345439" cy="5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V="1">
            <a:off x="3175689" y="2998520"/>
            <a:ext cx="624058" cy="431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9" idx="3"/>
          </p:cNvCxnSpPr>
          <p:nvPr/>
        </p:nvCxnSpPr>
        <p:spPr>
          <a:xfrm>
            <a:off x="4781440" y="2073441"/>
            <a:ext cx="425533" cy="39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5206973" y="2090058"/>
            <a:ext cx="160317" cy="623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0" idx="3"/>
          </p:cNvCxnSpPr>
          <p:nvPr/>
        </p:nvCxnSpPr>
        <p:spPr>
          <a:xfrm flipV="1">
            <a:off x="6902799" y="2101933"/>
            <a:ext cx="501110" cy="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7403909" y="2090057"/>
            <a:ext cx="409699" cy="629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8" idx="3"/>
          </p:cNvCxnSpPr>
          <p:nvPr/>
        </p:nvCxnSpPr>
        <p:spPr>
          <a:xfrm>
            <a:off x="5832586" y="3613067"/>
            <a:ext cx="4097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V="1">
            <a:off x="6242304" y="3046021"/>
            <a:ext cx="152202" cy="567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716621" y="2998519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12.30</a:t>
            </a:r>
            <a:endParaRPr lang="zh-CN" altLang="en-US" dirty="0"/>
          </a:p>
        </p:txBody>
      </p:sp>
      <p:sp>
        <p:nvSpPr>
          <p:cNvPr id="36" name="文本框 32"/>
          <p:cNvSpPr txBox="1"/>
          <p:nvPr/>
        </p:nvSpPr>
        <p:spPr>
          <a:xfrm>
            <a:off x="6353060" y="3006827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3.04</a:t>
            </a:r>
            <a:endParaRPr lang="zh-CN" altLang="en-US" dirty="0"/>
          </a:p>
        </p:txBody>
      </p:sp>
      <p:sp>
        <p:nvSpPr>
          <p:cNvPr id="37" name="文本框 32"/>
          <p:cNvSpPr txBox="1"/>
          <p:nvPr/>
        </p:nvSpPr>
        <p:spPr>
          <a:xfrm>
            <a:off x="7520800" y="3034537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5.06</a:t>
            </a:r>
            <a:endParaRPr lang="zh-CN" altLang="en-US" dirty="0"/>
          </a:p>
        </p:txBody>
      </p:sp>
      <p:grpSp>
        <p:nvGrpSpPr>
          <p:cNvPr id="40" name="组合 39"/>
          <p:cNvGrpSpPr/>
          <p:nvPr/>
        </p:nvGrpSpPr>
        <p:grpSpPr>
          <a:xfrm>
            <a:off x="3425346" y="3016283"/>
            <a:ext cx="748923" cy="500451"/>
            <a:chOff x="3324762" y="3016283"/>
            <a:chExt cx="748923" cy="500451"/>
          </a:xfrm>
        </p:grpSpPr>
        <p:sp>
          <p:nvSpPr>
            <p:cNvPr id="38" name="上箭头 37"/>
            <p:cNvSpPr/>
            <p:nvPr/>
          </p:nvSpPr>
          <p:spPr>
            <a:xfrm>
              <a:off x="3686959" y="3016283"/>
              <a:ext cx="45719" cy="332509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3324762" y="3301290"/>
              <a:ext cx="74892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b="1" dirty="0">
                  <a:solidFill>
                    <a:srgbClr val="FF0000"/>
                  </a:solidFill>
                </a:rPr>
                <a:t>We are here</a:t>
              </a:r>
              <a:endParaRPr lang="zh-CN" altLang="en-US" sz="8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41" name="文本框 40"/>
          <p:cNvSpPr txBox="1"/>
          <p:nvPr/>
        </p:nvSpPr>
        <p:spPr>
          <a:xfrm>
            <a:off x="6946708" y="1704109"/>
            <a:ext cx="684803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en-US" altLang="zh-CN" dirty="0"/>
              <a:t>100%</a:t>
            </a:r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2551968" y="3640960"/>
            <a:ext cx="556563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b="1" dirty="0"/>
              <a:t>10%</a:t>
            </a:r>
            <a:endParaRPr lang="zh-CN" altLang="en-US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2907120" y="1704109"/>
            <a:ext cx="556563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en-US" altLang="zh-CN" dirty="0"/>
              <a:t>20%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5072388" y="1704109"/>
            <a:ext cx="556563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en-US" altLang="zh-CN" dirty="0"/>
              <a:t>30%</a:t>
            </a:r>
            <a:endParaRPr lang="zh-CN" altLang="en-US" dirty="0"/>
          </a:p>
        </p:txBody>
      </p:sp>
      <p:sp>
        <p:nvSpPr>
          <p:cNvPr id="45" name="文本框 44"/>
          <p:cNvSpPr txBox="1"/>
          <p:nvPr/>
        </p:nvSpPr>
        <p:spPr>
          <a:xfrm>
            <a:off x="5966107" y="3750580"/>
            <a:ext cx="556563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en-US" altLang="zh-CN" dirty="0"/>
              <a:t>60%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350255" y="1142995"/>
            <a:ext cx="9144018" cy="4572009"/>
            <a:chOff x="1523991" y="1142995"/>
            <a:chExt cx="9144018" cy="4572009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3991" y="1142995"/>
              <a:ext cx="9144018" cy="4572009"/>
            </a:xfrm>
            <a:prstGeom prst="rect">
              <a:avLst/>
            </a:prstGeom>
          </p:spPr>
        </p:pic>
        <p:grpSp>
          <p:nvGrpSpPr>
            <p:cNvPr id="9" name="组合 8"/>
            <p:cNvGrpSpPr/>
            <p:nvPr/>
          </p:nvGrpSpPr>
          <p:grpSpPr>
            <a:xfrm>
              <a:off x="2953541" y="4271570"/>
              <a:ext cx="748923" cy="509782"/>
              <a:chOff x="2862101" y="4225850"/>
              <a:chExt cx="748923" cy="509782"/>
            </a:xfrm>
          </p:grpSpPr>
          <p:sp>
            <p:nvSpPr>
              <p:cNvPr id="7" name="上箭头 37"/>
              <p:cNvSpPr/>
              <p:nvPr/>
            </p:nvSpPr>
            <p:spPr>
              <a:xfrm rot="10800000">
                <a:off x="3213702" y="4403123"/>
                <a:ext cx="45719" cy="332509"/>
              </a:xfrm>
              <a:prstGeom prst="upArrow">
                <a:avLst/>
              </a:prstGeom>
              <a:noFill/>
              <a:ln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2862101" y="4225850"/>
                <a:ext cx="748923" cy="2154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b="1" dirty="0">
                    <a:solidFill>
                      <a:srgbClr val="FF0000"/>
                    </a:solidFill>
                  </a:rPr>
                  <a:t>We are here</a:t>
                </a:r>
                <a:endParaRPr lang="zh-CN" altLang="en-US" sz="800" b="1" dirty="0">
                  <a:solidFill>
                    <a:srgbClr val="FF0000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OPFI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WPS 演示</Application>
  <PresentationFormat>宽屏</PresentationFormat>
  <Paragraphs>26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</vt:vector>
  </TitlesOfParts>
  <Company>thu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jw hu</dc:creator>
  <cp:lastModifiedBy>，</cp:lastModifiedBy>
  <cp:revision>9</cp:revision>
  <dcterms:created xsi:type="dcterms:W3CDTF">2025-03-18T07:31:00Z</dcterms:created>
  <dcterms:modified xsi:type="dcterms:W3CDTF">2026-01-16T02:54:35Z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1149FCF85F6C42478FCADBF9A097AAA5_12</vt:lpwstr>
  </property>
</Properties>
</file>