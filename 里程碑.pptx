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custDataLst>
    <p:tags r:id="rId4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 varScale="1">
        <p:scale>
          <a:sx n="84" d="100"/>
          <a:sy n="84" d="100"/>
        </p:scale>
        <p:origin x="56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tags" Target="tags/tag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单击以编辑母版副标题样式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4720C1-931E-4518-B4DF-34ED1E2AFBE5}" type="datetimeFigureOut">
              <a:rPr lang="zh-CN" altLang="en-US" smtClean="0"/>
              <a:t>2026/1/7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A52D76-9CB0-4157-B1C8-8BDFCAF5DAE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495163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4720C1-931E-4518-B4DF-34ED1E2AFBE5}" type="datetimeFigureOut">
              <a:rPr lang="zh-CN" altLang="en-US" smtClean="0"/>
              <a:t>2026/1/7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A52D76-9CB0-4157-B1C8-8BDFCAF5DAE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311109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4720C1-931E-4518-B4DF-34ED1E2AFBE5}" type="datetimeFigureOut">
              <a:rPr lang="zh-CN" altLang="en-US" smtClean="0"/>
              <a:t>2026/1/7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A52D76-9CB0-4157-B1C8-8BDFCAF5DAE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202114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4720C1-931E-4518-B4DF-34ED1E2AFBE5}" type="datetimeFigureOut">
              <a:rPr lang="zh-CN" altLang="en-US" smtClean="0"/>
              <a:t>2026/1/7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A52D76-9CB0-4157-B1C8-8BDFCAF5DAE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982281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4720C1-931E-4518-B4DF-34ED1E2AFBE5}" type="datetimeFigureOut">
              <a:rPr lang="zh-CN" altLang="en-US" smtClean="0"/>
              <a:t>2026/1/7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A52D76-9CB0-4157-B1C8-8BDFCAF5DAE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897724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4720C1-931E-4518-B4DF-34ED1E2AFBE5}" type="datetimeFigureOut">
              <a:rPr lang="zh-CN" altLang="en-US" smtClean="0"/>
              <a:t>2026/1/7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A52D76-9CB0-4157-B1C8-8BDFCAF5DAE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442840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4720C1-931E-4518-B4DF-34ED1E2AFBE5}" type="datetimeFigureOut">
              <a:rPr lang="zh-CN" altLang="en-US" smtClean="0"/>
              <a:t>2026/1/7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A52D76-9CB0-4157-B1C8-8BDFCAF5DAE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739707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4720C1-931E-4518-B4DF-34ED1E2AFBE5}" type="datetimeFigureOut">
              <a:rPr lang="zh-CN" altLang="en-US" smtClean="0"/>
              <a:t>2026/1/7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A52D76-9CB0-4157-B1C8-8BDFCAF5DAE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656382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4720C1-931E-4518-B4DF-34ED1E2AFBE5}" type="datetimeFigureOut">
              <a:rPr lang="zh-CN" altLang="en-US" smtClean="0"/>
              <a:t>2026/1/7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A52D76-9CB0-4157-B1C8-8BDFCAF5DAE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528242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4720C1-931E-4518-B4DF-34ED1E2AFBE5}" type="datetimeFigureOut">
              <a:rPr lang="zh-CN" altLang="en-US" smtClean="0"/>
              <a:t>2026/1/7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A52D76-9CB0-4157-B1C8-8BDFCAF5DAE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839068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4720C1-931E-4518-B4DF-34ED1E2AFBE5}" type="datetimeFigureOut">
              <a:rPr lang="zh-CN" altLang="en-US" smtClean="0"/>
              <a:t>2026/1/7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A52D76-9CB0-4157-B1C8-8BDFCAF5DAE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716426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4720C1-931E-4518-B4DF-34ED1E2AFBE5}" type="datetimeFigureOut">
              <a:rPr lang="zh-CN" altLang="en-US" smtClean="0"/>
              <a:t>2026/1/7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2A52D76-9CB0-4157-B1C8-8BDFCAF5DAE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341577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右箭头 3"/>
          <p:cNvSpPr/>
          <p:nvPr/>
        </p:nvSpPr>
        <p:spPr>
          <a:xfrm>
            <a:off x="1745316" y="2624447"/>
            <a:ext cx="7101445" cy="504701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2423362" y="1839479"/>
            <a:ext cx="18473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endParaRPr lang="zh-CN" altLang="en-US" dirty="0"/>
          </a:p>
        </p:txBody>
      </p:sp>
      <p:sp>
        <p:nvSpPr>
          <p:cNvPr id="7" name="文本框 6"/>
          <p:cNvSpPr txBox="1"/>
          <p:nvPr/>
        </p:nvSpPr>
        <p:spPr>
          <a:xfrm>
            <a:off x="1722254" y="3238396"/>
            <a:ext cx="110799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>
            <a:defPPr>
              <a:defRPr lang="zh-CN"/>
            </a:defPPr>
          </a:lstStyle>
          <a:p>
            <a:r>
              <a:rPr lang="zh-CN" altLang="en-US" dirty="0"/>
              <a:t>开题报告</a:t>
            </a:r>
          </a:p>
        </p:txBody>
      </p:sp>
      <p:sp>
        <p:nvSpPr>
          <p:cNvPr id="8" name="文本框 7"/>
          <p:cNvSpPr txBox="1"/>
          <p:nvPr/>
        </p:nvSpPr>
        <p:spPr>
          <a:xfrm>
            <a:off x="4686118" y="3428401"/>
            <a:ext cx="114646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>
            <a:defPPr>
              <a:defRPr lang="zh-CN"/>
            </a:defPPr>
          </a:lstStyle>
          <a:p>
            <a:r>
              <a:rPr lang="zh-CN" altLang="en-US" dirty="0"/>
              <a:t>中期检查</a:t>
            </a:r>
          </a:p>
        </p:txBody>
      </p:sp>
      <p:sp>
        <p:nvSpPr>
          <p:cNvPr id="9" name="文本框 8"/>
          <p:cNvSpPr txBox="1"/>
          <p:nvPr/>
        </p:nvSpPr>
        <p:spPr>
          <a:xfrm>
            <a:off x="4596709" y="1888775"/>
            <a:ext cx="18473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>
            <a:defPPr>
              <a:defRPr lang="zh-CN"/>
            </a:defPPr>
          </a:lstStyle>
          <a:p>
            <a:endParaRPr lang="zh-CN" altLang="en-US" dirty="0"/>
          </a:p>
        </p:txBody>
      </p:sp>
      <p:sp>
        <p:nvSpPr>
          <p:cNvPr id="10" name="文本框 9"/>
          <p:cNvSpPr txBox="1"/>
          <p:nvPr/>
        </p:nvSpPr>
        <p:spPr>
          <a:xfrm>
            <a:off x="5794803" y="1917865"/>
            <a:ext cx="110799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>
            <a:defPPr>
              <a:defRPr lang="zh-CN"/>
            </a:defPPr>
          </a:lstStyle>
          <a:p>
            <a:r>
              <a:rPr lang="zh-CN" altLang="en-US" dirty="0"/>
              <a:t>毕业答辩</a:t>
            </a:r>
          </a:p>
        </p:txBody>
      </p:sp>
      <p:cxnSp>
        <p:nvCxnSpPr>
          <p:cNvPr id="12" name="直接连接符 11"/>
          <p:cNvCxnSpPr>
            <a:cxnSpLocks/>
          </p:cNvCxnSpPr>
          <p:nvPr/>
        </p:nvCxnSpPr>
        <p:spPr>
          <a:xfrm flipV="1">
            <a:off x="2729484" y="2175761"/>
            <a:ext cx="1186048" cy="623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箭头连接符 13"/>
          <p:cNvCxnSpPr/>
          <p:nvPr/>
        </p:nvCxnSpPr>
        <p:spPr>
          <a:xfrm>
            <a:off x="3915532" y="2170423"/>
            <a:ext cx="439387" cy="6056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/>
          <p:cNvCxnSpPr>
            <a:cxnSpLocks/>
            <a:stCxn id="7" idx="3"/>
          </p:cNvCxnSpPr>
          <p:nvPr/>
        </p:nvCxnSpPr>
        <p:spPr>
          <a:xfrm>
            <a:off x="2830250" y="3423062"/>
            <a:ext cx="345439" cy="533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箭头连接符 17"/>
          <p:cNvCxnSpPr>
            <a:cxnSpLocks/>
          </p:cNvCxnSpPr>
          <p:nvPr/>
        </p:nvCxnSpPr>
        <p:spPr>
          <a:xfrm flipV="1">
            <a:off x="3175689" y="2998520"/>
            <a:ext cx="624058" cy="4310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接连接符 19"/>
          <p:cNvCxnSpPr>
            <a:cxnSpLocks/>
            <a:stCxn id="9" idx="3"/>
          </p:cNvCxnSpPr>
          <p:nvPr/>
        </p:nvCxnSpPr>
        <p:spPr>
          <a:xfrm>
            <a:off x="4781440" y="2073441"/>
            <a:ext cx="425533" cy="3919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接箭头连接符 21"/>
          <p:cNvCxnSpPr/>
          <p:nvPr/>
        </p:nvCxnSpPr>
        <p:spPr>
          <a:xfrm>
            <a:off x="5206973" y="2090058"/>
            <a:ext cx="160317" cy="623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连接符 24"/>
          <p:cNvCxnSpPr>
            <a:stCxn id="10" idx="3"/>
          </p:cNvCxnSpPr>
          <p:nvPr/>
        </p:nvCxnSpPr>
        <p:spPr>
          <a:xfrm flipV="1">
            <a:off x="6902799" y="2101933"/>
            <a:ext cx="501110" cy="59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接箭头连接符 26"/>
          <p:cNvCxnSpPr/>
          <p:nvPr/>
        </p:nvCxnSpPr>
        <p:spPr>
          <a:xfrm>
            <a:off x="7403909" y="2090057"/>
            <a:ext cx="409699" cy="6293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/>
          <p:cNvCxnSpPr>
            <a:cxnSpLocks/>
            <a:stCxn id="8" idx="3"/>
          </p:cNvCxnSpPr>
          <p:nvPr/>
        </p:nvCxnSpPr>
        <p:spPr>
          <a:xfrm>
            <a:off x="5832586" y="3613067"/>
            <a:ext cx="40971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接箭头连接符 30"/>
          <p:cNvCxnSpPr>
            <a:cxnSpLocks/>
          </p:cNvCxnSpPr>
          <p:nvPr/>
        </p:nvCxnSpPr>
        <p:spPr>
          <a:xfrm flipV="1">
            <a:off x="6242304" y="3046021"/>
            <a:ext cx="152202" cy="5670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/>
          <p:cNvSpPr txBox="1"/>
          <p:nvPr/>
        </p:nvSpPr>
        <p:spPr>
          <a:xfrm>
            <a:off x="3716621" y="2998519"/>
            <a:ext cx="723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12.30</a:t>
            </a:r>
            <a:endParaRPr lang="zh-CN" altLang="en-US" dirty="0"/>
          </a:p>
        </p:txBody>
      </p:sp>
      <p:sp>
        <p:nvSpPr>
          <p:cNvPr id="36" name="文本框 32"/>
          <p:cNvSpPr txBox="1"/>
          <p:nvPr/>
        </p:nvSpPr>
        <p:spPr>
          <a:xfrm>
            <a:off x="6353060" y="3006827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/>
              <a:t>3.04</a:t>
            </a:r>
            <a:endParaRPr lang="zh-CN" altLang="en-US" dirty="0"/>
          </a:p>
        </p:txBody>
      </p:sp>
      <p:sp>
        <p:nvSpPr>
          <p:cNvPr id="37" name="文本框 32"/>
          <p:cNvSpPr txBox="1"/>
          <p:nvPr/>
        </p:nvSpPr>
        <p:spPr>
          <a:xfrm>
            <a:off x="7520800" y="3034537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/>
              <a:t>5.06</a:t>
            </a:r>
            <a:endParaRPr lang="zh-CN" altLang="en-US" dirty="0"/>
          </a:p>
        </p:txBody>
      </p:sp>
      <p:grpSp>
        <p:nvGrpSpPr>
          <p:cNvPr id="40" name="组合 39"/>
          <p:cNvGrpSpPr/>
          <p:nvPr/>
        </p:nvGrpSpPr>
        <p:grpSpPr>
          <a:xfrm>
            <a:off x="3425346" y="3016283"/>
            <a:ext cx="748923" cy="500451"/>
            <a:chOff x="3324762" y="3016283"/>
            <a:chExt cx="748923" cy="500451"/>
          </a:xfrm>
        </p:grpSpPr>
        <p:sp>
          <p:nvSpPr>
            <p:cNvPr id="38" name="上箭头 37"/>
            <p:cNvSpPr/>
            <p:nvPr/>
          </p:nvSpPr>
          <p:spPr>
            <a:xfrm>
              <a:off x="3686959" y="3016283"/>
              <a:ext cx="45719" cy="332509"/>
            </a:xfrm>
            <a:prstGeom prst="up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3324762" y="3301290"/>
              <a:ext cx="748923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800" b="1" dirty="0">
                  <a:solidFill>
                    <a:srgbClr val="FF0000"/>
                  </a:solidFill>
                </a:rPr>
                <a:t>We are here</a:t>
              </a:r>
              <a:endParaRPr lang="zh-CN" altLang="en-US" sz="800" b="1" dirty="0">
                <a:solidFill>
                  <a:srgbClr val="FF0000"/>
                </a:solidFill>
              </a:endParaRPr>
            </a:p>
          </p:txBody>
        </p:sp>
      </p:grpSp>
      <p:sp>
        <p:nvSpPr>
          <p:cNvPr id="41" name="文本框 40"/>
          <p:cNvSpPr txBox="1"/>
          <p:nvPr/>
        </p:nvSpPr>
        <p:spPr>
          <a:xfrm>
            <a:off x="6946708" y="1704109"/>
            <a:ext cx="684803" cy="369332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b="1"/>
            </a:lvl1pPr>
          </a:lstStyle>
          <a:p>
            <a:r>
              <a:rPr lang="en-US" altLang="zh-CN" dirty="0"/>
              <a:t>100%</a:t>
            </a:r>
            <a:endParaRPr lang="zh-CN" altLang="en-US" dirty="0"/>
          </a:p>
        </p:txBody>
      </p:sp>
      <p:sp>
        <p:nvSpPr>
          <p:cNvPr id="42" name="文本框 41"/>
          <p:cNvSpPr txBox="1"/>
          <p:nvPr/>
        </p:nvSpPr>
        <p:spPr>
          <a:xfrm>
            <a:off x="2551968" y="3640960"/>
            <a:ext cx="556563" cy="369332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 b="1" dirty="0"/>
              <a:t>10%</a:t>
            </a:r>
            <a:endParaRPr lang="zh-CN" altLang="en-US" b="1" dirty="0"/>
          </a:p>
        </p:txBody>
      </p:sp>
      <p:sp>
        <p:nvSpPr>
          <p:cNvPr id="43" name="文本框 42"/>
          <p:cNvSpPr txBox="1"/>
          <p:nvPr/>
        </p:nvSpPr>
        <p:spPr>
          <a:xfrm>
            <a:off x="2907120" y="1704109"/>
            <a:ext cx="556563" cy="369332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b="1"/>
            </a:lvl1pPr>
          </a:lstStyle>
          <a:p>
            <a:r>
              <a:rPr lang="en-US" altLang="zh-CN" dirty="0"/>
              <a:t>20%</a:t>
            </a:r>
            <a:endParaRPr lang="zh-CN" altLang="en-US" dirty="0"/>
          </a:p>
        </p:txBody>
      </p:sp>
      <p:sp>
        <p:nvSpPr>
          <p:cNvPr id="44" name="文本框 43"/>
          <p:cNvSpPr txBox="1"/>
          <p:nvPr/>
        </p:nvSpPr>
        <p:spPr>
          <a:xfrm>
            <a:off x="5072388" y="1704109"/>
            <a:ext cx="556563" cy="369332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b="1"/>
            </a:lvl1pPr>
          </a:lstStyle>
          <a:p>
            <a:r>
              <a:rPr lang="en-US" altLang="zh-CN" dirty="0"/>
              <a:t>30%</a:t>
            </a:r>
            <a:endParaRPr lang="zh-CN" altLang="en-US" dirty="0"/>
          </a:p>
        </p:txBody>
      </p:sp>
      <p:sp>
        <p:nvSpPr>
          <p:cNvPr id="45" name="文本框 44"/>
          <p:cNvSpPr txBox="1"/>
          <p:nvPr/>
        </p:nvSpPr>
        <p:spPr>
          <a:xfrm>
            <a:off x="5966107" y="3750580"/>
            <a:ext cx="556563" cy="369332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b="1"/>
            </a:lvl1pPr>
          </a:lstStyle>
          <a:p>
            <a:r>
              <a:rPr lang="en-US" altLang="zh-CN" dirty="0"/>
              <a:t>60%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1059981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组合 9">
            <a:extLst>
              <a:ext uri="{FF2B5EF4-FFF2-40B4-BE49-F238E27FC236}">
                <a16:creationId xmlns:a16="http://schemas.microsoft.com/office/drawing/2014/main" id="{487BA8E4-C9D8-416E-9211-7AEC1182013E}"/>
              </a:ext>
            </a:extLst>
          </p:cNvPr>
          <p:cNvGrpSpPr/>
          <p:nvPr/>
        </p:nvGrpSpPr>
        <p:grpSpPr>
          <a:xfrm>
            <a:off x="1350255" y="1142995"/>
            <a:ext cx="9144018" cy="4572009"/>
            <a:chOff x="1523991" y="1142995"/>
            <a:chExt cx="9144018" cy="4572009"/>
          </a:xfrm>
        </p:grpSpPr>
        <p:pic>
          <p:nvPicPr>
            <p:cNvPr id="5" name="图片 4">
              <a:extLst>
                <a:ext uri="{FF2B5EF4-FFF2-40B4-BE49-F238E27FC236}">
                  <a16:creationId xmlns:a16="http://schemas.microsoft.com/office/drawing/2014/main" id="{2F20ABAA-08D8-4C59-ACC3-F18FAA32342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23991" y="1142995"/>
              <a:ext cx="9144018" cy="4572009"/>
            </a:xfrm>
            <a:prstGeom prst="rect">
              <a:avLst/>
            </a:prstGeom>
          </p:spPr>
        </p:pic>
        <p:grpSp>
          <p:nvGrpSpPr>
            <p:cNvPr id="9" name="组合 8">
              <a:extLst>
                <a:ext uri="{FF2B5EF4-FFF2-40B4-BE49-F238E27FC236}">
                  <a16:creationId xmlns:a16="http://schemas.microsoft.com/office/drawing/2014/main" id="{A668B1B6-0E02-4CFE-901A-F10886A66A0B}"/>
                </a:ext>
              </a:extLst>
            </p:cNvPr>
            <p:cNvGrpSpPr/>
            <p:nvPr/>
          </p:nvGrpSpPr>
          <p:grpSpPr>
            <a:xfrm>
              <a:off x="2465226" y="4271570"/>
              <a:ext cx="748923" cy="509782"/>
              <a:chOff x="2373786" y="4225850"/>
              <a:chExt cx="748923" cy="509782"/>
            </a:xfrm>
          </p:grpSpPr>
          <p:sp>
            <p:nvSpPr>
              <p:cNvPr id="7" name="上箭头 37">
                <a:extLst>
                  <a:ext uri="{FF2B5EF4-FFF2-40B4-BE49-F238E27FC236}">
                    <a16:creationId xmlns:a16="http://schemas.microsoft.com/office/drawing/2014/main" id="{55D0660C-4ACC-49D5-AEBA-E86D36EE3F21}"/>
                  </a:ext>
                </a:extLst>
              </p:cNvPr>
              <p:cNvSpPr/>
              <p:nvPr/>
            </p:nvSpPr>
            <p:spPr>
              <a:xfrm rot="10800000">
                <a:off x="2725387" y="4403123"/>
                <a:ext cx="45719" cy="332509"/>
              </a:xfrm>
              <a:prstGeom prst="upArrow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89816B97-F856-40B1-9767-5F98B69B3799}"/>
                  </a:ext>
                </a:extLst>
              </p:cNvPr>
              <p:cNvSpPr txBox="1"/>
              <p:nvPr/>
            </p:nvSpPr>
            <p:spPr>
              <a:xfrm>
                <a:off x="2373786" y="4225850"/>
                <a:ext cx="748923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800" b="1" dirty="0">
                    <a:solidFill>
                      <a:srgbClr val="FF0000"/>
                    </a:solidFill>
                  </a:rPr>
                  <a:t>We are here</a:t>
                </a:r>
                <a:endParaRPr lang="zh-CN" altLang="en-US" sz="800" b="1" dirty="0">
                  <a:solidFill>
                    <a:srgbClr val="FF0000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84233855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FI" val="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1771</TotalTime>
  <Words>26</Words>
  <Application>Microsoft Office PowerPoint</Application>
  <PresentationFormat>宽屏</PresentationFormat>
  <Paragraphs>13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6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</vt:vector>
  </TitlesOfParts>
  <Company>thu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jw hu</dc:creator>
  <cp:lastModifiedBy>吴雄楷</cp:lastModifiedBy>
  <cp:revision>8</cp:revision>
  <dcterms:created xsi:type="dcterms:W3CDTF">2025-03-18T07:31:37Z</dcterms:created>
  <dcterms:modified xsi:type="dcterms:W3CDTF">2026-01-08T15:57:32Z</dcterms:modified>
</cp:coreProperties>
</file>